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fbaa94e9c4fbf" /><Relationship Type="http://schemas.openxmlformats.org/officeDocument/2006/relationships/extended-properties" Target="/docProps/app.xml" Id="Rae32d240cb854b99" /><Relationship Type="http://schemas.openxmlformats.org/officeDocument/2006/relationships/officeDocument" Target="/ppt/presentation.xml" Id="Re166646e8d71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d4c3626fdd4065"/>
  </p:sldMasterIdLst>
  <p:notesMasterIdLst>
    <p:notesMasterId xmlns:r="http://schemas.openxmlformats.org/officeDocument/2006/relationships" r:id="R71b3585c43b54395"/>
  </p:notesMasterIdLst>
  <p:sldIdLst>
    <p:sldId xmlns:r="http://schemas.openxmlformats.org/officeDocument/2006/relationships" id="256" r:id="R58ba063542f144b2"/>
    <p:sldId xmlns:r="http://schemas.openxmlformats.org/officeDocument/2006/relationships" id="257" r:id="R6e0da02d28454c51"/>
    <p:sldId xmlns:r="http://schemas.openxmlformats.org/officeDocument/2006/relationships" id="258" r:id="Recf58c45a8294c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c30872eb874ee5" /><Relationship Type="http://schemas.openxmlformats.org/officeDocument/2006/relationships/slideMaster" Target="/ppt/slideMasters/slideMaster1.xml" Id="R60d4c3626fdd4065" /><Relationship Type="http://schemas.openxmlformats.org/officeDocument/2006/relationships/notesMaster" Target="/ppt/notesMasters/notesMaster1.xml" Id="R71b3585c43b54395" /><Relationship Type="http://schemas.openxmlformats.org/officeDocument/2006/relationships/presProps" Target="/ppt/presProps.xml" Id="R54acfc8075464907" /><Relationship Type="http://schemas.openxmlformats.org/officeDocument/2006/relationships/tableStyles" Target="/ppt/tableStyles.xml" Id="R7474a46d190a403e" /><Relationship Type="http://schemas.openxmlformats.org/officeDocument/2006/relationships/slide" Target="/ppt/slides/slide1.xml" Id="R58ba063542f144b2" /><Relationship Type="http://schemas.openxmlformats.org/officeDocument/2006/relationships/slide" Target="/ppt/slides/slide2.xml" Id="R6e0da02d28454c51" /><Relationship Type="http://schemas.openxmlformats.org/officeDocument/2006/relationships/slide" Target="/ppt/slides/slide3.xml" Id="Recf58c45a8294c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5afbefddd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5e5f19e0e416b" /><Relationship Type="http://schemas.openxmlformats.org/officeDocument/2006/relationships/notesMaster" Target="/ppt/notesMasters/notesMaster1.xml" Id="R858dc042a4404c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f77fa10a0c4dcb" /><Relationship Type="http://schemas.openxmlformats.org/officeDocument/2006/relationships/notesMaster" Target="/ppt/notesMasters/notesMaster1.xml" Id="Rf057d083665b45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52b8c298543b8" /><Relationship Type="http://schemas.openxmlformats.org/officeDocument/2006/relationships/notesMaster" Target="/ppt/notesMasters/notesMaster1.xml" Id="R9c20a353e3ba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Product: https://curvescope-orbit-2026.navy-coin-0045.chatgpt.site/</a:t>
            </a:r>
          </a:p>
          <a:p xmlns:a="http://schemas.openxmlformats.org/drawingml/2006/main">
            <a:r>
              <a:t>Source: https://github.com/CurveScope/curvescope</a:t>
            </a:r>
          </a:p>
          <a:p xmlns:a="http://schemas.openxmlformats.org/drawingml/2006/main">
            <a:r>
              <a:t>Artwork generated for CurveScope.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prototype: https://curvescope-orbit-2026.navy-coin-0045.chatgpt.site/</a:t>
            </a:r>
          </a:p>
          <a:p xmlns:a="http://schemas.openxmlformats.org/drawingml/2006/main">
            <a:r>
              <a:t>Source and run instructions: https://github.com/CurveScope/curvescope</a:t>
            </a:r>
          </a:p>
          <a:p xmlns:a="http://schemas.openxmlformats.org/drawingml/2006/main">
            <a:r>
              <a:t>The sample pool is migrated, so its displayed DBC curve price is historical rather than current market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 and limitations: https://github.com/CurveScope/curvescope</a:t>
            </a:r>
          </a:p>
          <a:p xmlns:a="http://schemas.openxmlformats.org/drawingml/2006/main">
            <a:r>
              <a:t>Meteora DBC developer documentation: https://docs.meteora.ag/developer-guides/dbc</a:t>
            </a:r>
          </a:p>
          <a:p xmlns:a="http://schemas.openxmlformats.org/drawingml/2006/main">
            <a:r>
              <a:t>PublicNode RPC: https://solana-rpc.publicnode.com/</a:t>
            </a:r>
          </a:p>
          <a:p xmlns:a="http://schemas.openxmlformats.org/drawingml/2006/main">
            <a:r>
              <a:t>Roadmap items on this slide are proposals, not completed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2493f4ba6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4c8022e4c4427" /><Relationship Type="http://schemas.openxmlformats.org/officeDocument/2006/relationships/slideLayout" Target="/ppt/slideLayouts/slideLayout1.xml" Id="R30f932590f8a40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932590f8a40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48ab69baa4ef9" /><Relationship Type="http://schemas.openxmlformats.org/officeDocument/2006/relationships/image" Target="/ppt/media/image.png" Id="Rc79c7a110bf2443a" /><Relationship Type="http://schemas.openxmlformats.org/officeDocument/2006/relationships/notesSlide" Target="/ppt/notesSlides/notesSlide1.xml" Id="Rd83e639d0b7148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577831bab4b3e" /><Relationship Type="http://schemas.openxmlformats.org/officeDocument/2006/relationships/image" Target="/ppt/media/image.jpeg" Id="Rd42a085875844ac4" /><Relationship Type="http://schemas.openxmlformats.org/officeDocument/2006/relationships/notesSlide" Target="/ppt/notesSlides/notesSlide2.xml" Id="Rcda50dd55b1949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be40943e6442a" /><Relationship Type="http://schemas.openxmlformats.org/officeDocument/2006/relationships/notesSlide" Target="/ppt/notesSlides/notesSlide3.xml" Id="R7469a235f7a04c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4CF04-D8B2-4A28-ADED-73A257C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0F7F7"/>
                </a:solidFill>
                <a:latin typeface="Arial"/>
                <a:ea typeface="Arial"/>
                <a:cs typeface="Arial"/>
              </a:rPr>
              <a:t>CurveScope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27E56-236A-4F4F-872E-52AA4B0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1EDD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1EDDA"/>
                </a:solidFill>
                <a:latin typeface="Arial"/>
                <a:ea typeface="Arial"/>
                <a:cs typeface="Arial"/>
              </a:rPr>
              <a:t>Meteora DBC pool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1ACC9-71A6-4E61-BA38-27E20147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0F7F7"/>
                </a:solidFill>
                <a:latin typeface="Arial"/>
                <a:ea typeface="Arial"/>
                <a:cs typeface="Arial"/>
              </a:rPr>
              <a:t>Inspect live curve state without connecting a wallet.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c7a110bf2443a"/>
          <a:stretch xmlns:a="http://schemas.openxmlformats.org/drawingml/2006/main"/>
        </p:blipFill>
        <p:spPr>
          <a:xfrm xmlns:a="http://schemas.openxmlformats.org/drawingml/2006/main">
            <a:off x="7096125" y="1066800"/>
            <a:ext cx="43815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B3F6D-D260-4E25-9AD6-5F86D9A9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5C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5C6"/>
                </a:solidFill>
                <a:latin typeface="Arial"/>
                <a:ea typeface="Arial"/>
                <a:cs typeface="Arial"/>
              </a:rPr>
              <a:t>Crypto World’s Fair 2026  /  Meteora Dynamic Bonding Curve</a:t>
            </a:r>
          </a:p>
        </p:txBody>
      </p:sp>
    </p:spTree>
    <p:extLst>
      <p:ext uri="{BB962C8B-B14F-4D97-AF65-F5344CB8AC3E}">
        <p14:creationId xmlns:p14="http://schemas.microsoft.com/office/powerpoint/2010/main" val="2126669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2B1CA-9BAE-4459-9F6A-C7E2051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0F7F7"/>
                </a:solidFill>
                <a:latin typeface="Arial"/>
                <a:ea typeface="Arial"/>
                <a:cs typeface="Arial"/>
              </a:rPr>
              <a:t>One pool, one clear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66477-74FF-46CB-9B05-92AEA9B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1EDD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1EDDA"/>
                </a:solidFill>
                <a:latin typeface="Arial"/>
                <a:ea typeface="Arial"/>
                <a:cs typeface="Arial"/>
              </a:rPr>
              <a:t>Live prototype using a real Solana DBC pool account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a085875844ac4"/>
          <a:stretch xmlns:a="http://schemas.openxmlformats.org/drawingml/2006/main"/>
        </p:blipFill>
        <p:spPr>
          <a:xfrm xmlns:a="http://schemas.openxmlformats.org/drawingml/2006/main">
            <a:off x="674250" y="2133600"/>
            <a:ext cx="760500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5D367-C4E3-4B64-85FA-F9E7D1C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FF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FF96"/>
                </a:solidFill>
                <a:latin typeface="Arial"/>
                <a:ea typeface="Arial"/>
                <a:cs typeface="Arial"/>
              </a:rPr>
              <a:t>Migration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7F7F-C813-4655-92B0-7A4E795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7F7"/>
                </a:solidFill>
                <a:latin typeface="Arial"/>
                <a:ea typeface="Arial"/>
                <a:cs typeface="Arial"/>
              </a:rPr>
              <a:t>Reserves and fees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A26E9-85F4-4881-AA50-B048B5E0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7F7"/>
                </a:solidFill>
                <a:latin typeface="Arial"/>
                <a:ea typeface="Arial"/>
                <a:cs typeface="Arial"/>
              </a:rPr>
              <a:t>Historical curve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27A9-8C38-4002-AE0D-3E3D80DB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B5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5C6"/>
                </a:solidFill>
                <a:latin typeface="Arial"/>
                <a:ea typeface="Arial"/>
                <a:cs typeface="Arial"/>
              </a:rPr>
              <a:t>Export observed state as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F8098-8E91-402B-8234-FB6A8814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5C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5C6"/>
                </a:solidFill>
                <a:latin typeface="Arial"/>
                <a:ea typeface="Arial"/>
                <a:cs typeface="Arial"/>
              </a:rPr>
              <a:t>The screenshot shows the shipped interface, not a design mockup.</a:t>
            </a:r>
          </a:p>
        </p:txBody>
      </p:sp>
    </p:spTree>
    <p:extLst>
      <p:ext uri="{BB962C8B-B14F-4D97-AF65-F5344CB8AC3E}">
        <p14:creationId xmlns:p14="http://schemas.microsoft.com/office/powerpoint/2010/main" val="586267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1AA60-A583-484C-AC73-A50B059A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0F7F7"/>
                </a:solidFill>
                <a:latin typeface="Arial"/>
                <a:ea typeface="Arial"/>
                <a:cs typeface="Arial"/>
              </a:rPr>
              <a:t>What works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1A479-6D55-4C04-B1DE-935BD9EB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1EDD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1EDDA"/>
                </a:solidFill>
                <a:latin typeface="Arial"/>
                <a:ea typeface="Arial"/>
                <a:cs typeface="Arial"/>
              </a:rPr>
              <a:t>Public pool account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ECA00-3B00-4832-BEDB-23BD749D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905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7"/>
                </a:solidFill>
                <a:latin typeface="Arial"/>
                <a:ea typeface="Arial"/>
                <a:cs typeface="Arial"/>
              </a:rPr>
              <a:t>Meteora’s official DBC SDK decodes live on-chain state through a public Solana RPC.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61E73-99B8-4070-9A6A-2C0C4B0F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1EDD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1EDDA"/>
                </a:solidFill>
                <a:latin typeface="Arial"/>
                <a:ea typeface="Arial"/>
                <a:cs typeface="Arial"/>
              </a:rPr>
              <a:t>Read-only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87091-B8D0-4EA6-B8BF-C0F6C46C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7"/>
                </a:solidFill>
                <a:latin typeface="Arial"/>
                <a:ea typeface="Arial"/>
                <a:cs typeface="Arial"/>
              </a:rPr>
              <a:t>No wallet connection, transaction signing, custody, or trading. Invalid addresses return a clear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5EC14-AC41-4D46-A08A-A19143D0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FF9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4FF96"/>
                </a:solidFill>
                <a:latin typeface="Arial"/>
                <a:ea typeface="Arial"/>
                <a:cs typeface="Arial"/>
              </a:rPr>
              <a:t>Next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00568-4B49-4592-97C2-321D98B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0F7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7"/>
                </a:solidFill>
                <a:latin typeface="Arial"/>
                <a:ea typeface="Arial"/>
                <a:cs typeface="Arial"/>
              </a:rPr>
              <a:t>Indexed token discovery and historical pool snapshots, followed by alerts for meaningful pool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95817-B75E-447D-B2BF-98C68B63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5C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5C6"/>
                </a:solidFill>
                <a:latin typeface="Arial"/>
                <a:ea typeface="Arial"/>
                <a:cs typeface="Arial"/>
              </a:rPr>
              <a:t>Demo: curvescope-orbit-2026.navy-coin-0045.chatgpt.site    Code: github.com/CurveScope/curvescope</a:t>
            </a:r>
          </a:p>
        </p:txBody>
      </p:sp>
    </p:spTree>
    <p:extLst>
      <p:ext uri="{BB962C8B-B14F-4D97-AF65-F5344CB8AC3E}">
        <p14:creationId xmlns:p14="http://schemas.microsoft.com/office/powerpoint/2010/main" val="445484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2026-09-27T21:50:19.5990000Z</dcterms:created>
  <dcterms:modified xsi:type="dcterms:W3CDTF">2026-09-27T21:50:19.5990000Z</dcterms:modified>
</coreProperties>
</file>